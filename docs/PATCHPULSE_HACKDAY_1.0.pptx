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 / 7 —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Civic Maintenance Paradox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Buried in Complaints, Blind to Real-World Urgency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The Complaint Deluge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High-density zones (campuses, townships, municipalities) generate dozens of duplicate complaints for a single defect, overwhelming operators and burying critical hazards.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Unstructured Noise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Citizen reports arrive as informal text, voice notes, and grainy photos without standard categorization, physical coordinates, or physical severity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Timestamp-Based Queueing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Maintenance tickets are dispatched first-come, first-served rather than by dynamic urgency. Nighttime safety hazards wait behind cosmetic repairs.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Ghost &amp; Unverified Resolutions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Work tickets are routinely marked 'Resolved' with a single checkbox and zero evidence, breeding citizen cynicism and repeated failure cycles.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 / 7 —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PATCHPULSE: AI Civic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Detect problems before complaints become crises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Multimodal Signal Perception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Casual photo, voice, text, and GPS reporting without forcing citizens through tedious municipal category trees.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Corroborative Issue Clustering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Synthesizes scattershot signals into unified 'Issue Fingerprints' using semantic embeddings, spatial Haversine distance, and temporal decay.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Explainable Priority Scoring (0-100)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Transparent, dynamic formula combining Physical Severity, Population Impact, Persistence, AI Confidence, and Night Vulnerability.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Dual-Frame Resolution Verification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Mandates Before vs. After photographic proof, using computer vision to confirm physical defect repair before work orders can close.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 / 7 —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Empowering Every Stakeholder in the Civic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tri-sided collaborative intelligence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Citizens &amp; Students (Reporters)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Zero-friction reporting via photo or voice.</a:t>
            </a:r>
            <a:br/>
            <a:r>
              <a:t>• Full transparency: live tracking from Detected to Verified.</a:t>
            </a:r>
            <a:br/>
            <a:r>
              <a:t>• Restored civic trust via visible photo proof of repair.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Operations &amp; Campus Admins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Live Command Center with GIS heatmaps and deduplicated dossiers.</a:t>
            </a:r>
            <a:br/>
            <a:r>
              <a:t>• 75% reduction in administrative triage overhead.</a:t>
            </a:r>
            <a:br/>
            <a:r>
              <a:t>• Automated SLA monitoring and objective contractor audits.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Field Technicians &amp; Crews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Pre-diagnosed work orders with recommended tools and equipment.</a:t>
            </a:r>
            <a:br/>
            <a:r>
              <a:t>• Clear priority ordering replacing chaotic phone calls.</a:t>
            </a:r>
            <a:br/>
            <a:r>
              <a:t>• In-app before/after photo audits protecting honest field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Urban Planners &amp; Decision Makers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Granular heatmaps identifying recurring infrastructure failure zones.</a:t>
            </a:r>
            <a:br/>
            <a:r>
              <a:t>• Data-driven capital expenditure and replacement scheduling.</a:t>
            </a:r>
            <a:br/>
            <a:r>
              <a:t>• Objective vendor accountability backed by verified photo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 / 7 — 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Full-Stack Architecture &amp; Multi-Modal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High-availability cloud deployment with zero-failure fallbacks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Frontend (Vercel Edge)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React 18, TypeScript, Tailwind CSS, Leaflet GIS Maps, Recharts telemetry, Vite SPA edge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Backend (Render Node.js)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NestJS enterprise modular architecture, REST APIs, SSE real-time telemetry streams, JWT authentication.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Database (Neon PostgreSQL 16)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Serverless Neon PostgreSQL via Prisma ORM, strict relational schema, spatial indexing, automated migrations.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PULSE-5 AI Pipeline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Live OpenAI GPT-4o vision + text classification, 1536-dim semantic embeddings, with deterministic mock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 / 7 — MARKET &amp; BUSINESS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High-Value SaaS Opportunity Across Institutional &amp; Urban Sectors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Clear go-to-market strategy with measurable operational ROI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Target Market Verticals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Higher Ed Campuses: 1,000+ universities in India, 4,000+ globally.</a:t>
            </a:r>
            <a:br/>
            <a:r>
              <a:t>• Private Townships &amp; SEZs: DLF, Embassy, Prestige corporate parks.</a:t>
            </a:r>
            <a:br/>
            <a:r>
              <a:t>• Smart Municipalities: Smart Cities Mission &amp; AMRUT urban ULBs.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Business Model (B2B / B2G SaaS)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Annual subscription tiered by monitored campus square footage.</a:t>
            </a:r>
            <a:br/>
            <a:r>
              <a:t>• Premium predictive maintenance &amp; contractor SLA analytics add-ons.</a:t>
            </a:r>
            <a:br/>
            <a:r>
              <a:t>• White-label enterprise deployment for university networks.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Quantifiable ROI Metrics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40% Faster Repair Turnaround: Automated equipment pre-dispatch.</a:t>
            </a:r>
            <a:br/>
            <a:r>
              <a:t>• 75% Noise Reduction: Automatic merging of duplicate complaints.</a:t>
            </a:r>
            <a:br/>
            <a:r>
              <a:t>• 100% Elimination of Ghost Resolutions: Audited visual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 / 7 — SCALABILITY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Scalability &amp; Strategic Expansion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Engineered to scale from campus pilot to metropolitan municipal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Horizontal Cloud Architecture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Stateless NestJS containers + serverless Neon connection pooling engineered to ingest 100,000+ daily reports with zero performance degradation.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Phased 3-Stage Rollout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• Phase 1 (Months 1-3): University campus rollout (IIT campus baseline).</a:t>
            </a:r>
            <a:br/>
            <a:r>
              <a:t>• Phase 2 (Months 4-8): Private residential complexes and corporate SEZs.</a:t>
            </a:r>
            <a:br/>
            <a:r>
              <a:t>• Phase 3 (Months 9-18): Municipal integration via Open311 standard APIs.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383280" cy="420624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IoT &amp; Infrastructure Telemetry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Direct ingestion of smart street meter electrical draw, water pipeline pressure telemetry, and accelerometer road vibration data into the signal clustering stream.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 / 7 — IF WE HAD MORE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502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HACKDAY 1.0  |  Team: kailashsharma8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Horizons: What We Would Build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Transitioning civic maintenance from reactive triaging to autonomous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Autonomous Aerial &amp; Rover Audits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Pre-scheduled autonomous drone patrol flights to map pavement cracking, roof water logging, and night luminaire outages without human initiation.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Predictive Degradation Forecasting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Machine learning time-series forecasting that flags pothole cavitation or pipe ruptures 2 weeks before physical failure occurs based on wear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On-Device Edge Vision (Offline AI)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Lightweight mobile models (TensorFlow Lite / ONNX) running defect classification and blur detection directly on citizen devices in offline basement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60520"/>
            <a:ext cx="5212080" cy="2011680"/>
          </a:xfrm>
          <a:prstGeom prst="roundRect">
            <a:avLst/>
          </a:prstGeom>
          <a:solidFill>
            <a:srgbClr val="1621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Civic Karma &amp; Community Gamification</a:t>
            </a:r>
          </a:p>
          <a:p>
            <a:pPr>
              <a:spcBef>
                <a:spcPts val="600"/>
              </a:spcBef>
              <a:defRPr sz="1150">
                <a:solidFill>
                  <a:srgbClr val="FFFFFF"/>
                </a:solidFill>
              </a:defRPr>
            </a:pPr>
            <a:r>
              <a:t>Campus recognition, micro-credits, and student badges for verified high-accuracy reporting, fostering active student civic stewardship.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PATCHPULSE — AI Civic Intelligence &amp; Verification Platform  |  Participant: Pochiraju Kailash Ram Markandeya Sharma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